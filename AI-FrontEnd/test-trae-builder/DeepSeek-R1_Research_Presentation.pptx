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>
                <a:solidFill>
                  <a:srgbClr val="003366"/>
                </a:solidFill>
              </a:defRPr>
            </a:pPr>
            <a:r>
              <a:t>DeepSeek-R1: Incentivizing Reasoning Capability in LLMs via Reinforcement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DeepSeek-AI Research Team</a:t>
            </a:r>
          </a:p>
          <a:p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333333"/>
                </a:solidFill>
              </a:defRPr>
            </a:pPr>
            <a:r>
              <a:t>1. 研究背景与动机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2. DeepSeek-R1 模型架构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3. 强化学习激励机制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4. 实验结果与分析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5. 评估基准测试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6. 结论与未来工作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研究背景与动机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- 大型语言模型(LLMs)在各种任务中表现出色，但推理能力仍有提升空间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传统的监督微调方法在复杂推理任务上效果有限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强化学习(RL)被证明可以有效提升模型的特定能力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本研究旨在通过强化学习激励机制增强LLMs的推理能力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DeepSeek-R1 模型架构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- 基于Transformer架构的大型语言模型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采用强化学习进行推理能力增强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结合了多种推理技术：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思维链(Chain-of-Thought)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自我纠正(Self-Correction)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多步推理(Multi-step Reasoning)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强化学习激励机制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- 设计了专门的奖励机制来激励模型的推理能力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奖励信号包括：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推理步骤的正确性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最终答案的准确性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推理过程的完整性和逻辑性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采用PPO(Proximal Policy Optimization)算法进行训练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结合人类反馈强化学习(RLHF)技术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实验结果与分析</a:t>
            </a:r>
          </a:p>
        </p:txBody>
      </p:sp>
      <p:pic>
        <p:nvPicPr>
          <p:cNvPr id="3" name="Picture 2" descr="page1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更多实验结果</a:t>
            </a:r>
          </a:p>
        </p:txBody>
      </p:sp>
      <p:pic>
        <p:nvPicPr>
          <p:cNvPr id="3" name="Picture 2" descr="page43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模型性能对比</a:t>
            </a:r>
          </a:p>
        </p:txBody>
      </p:sp>
      <p:pic>
        <p:nvPicPr>
          <p:cNvPr id="3" name="Picture 2" descr="page4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评估基准测试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- 使用多种评估基准测试模型的推理能力：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C-EVAL：覆盖52个学科的中文知识评估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SimpleQA：事实性问答能力评估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C-SimpleQA：中文事实性问答评估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其他专业领域测试（医学、法律等）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测试结果显示模型在各个领域都表现出了强大的推理能力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003366"/>
                </a:solidFill>
              </a:defRPr>
            </a:pPr>
            <a:r>
              <a:t>结论与未来工作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333333"/>
                </a:solidFill>
              </a:defRPr>
            </a:pPr>
            <a:r>
              <a:t>- 成功设计了DeepSeek-R1模型，通过强化学习增强了LLMs的推理能力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提出了有效的奖励机制，激励模型生成高质量的推理过程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在多种评估基准上取得了优异的成绩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- 未来工作方向：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进一步扩展模型规模和训练数据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优化奖励机制，提高推理的准确性和效率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探索多模态推理能力的增强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  • 研究模型在更复杂任务上的表现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3600">
                <a:solidFill>
                  <a:srgbClr val="003366"/>
                </a:solidFill>
              </a:defRPr>
            </a:pPr>
            <a:r>
              <a:t>谢谢聆听！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6576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666666"/>
                </a:solidFill>
              </a:defRPr>
            </a:pPr>
            <a:r>
              <a:t>论文链接：https://arxiv.org/pdf/2501.12948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